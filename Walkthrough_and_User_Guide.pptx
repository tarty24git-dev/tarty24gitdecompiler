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CTH TRADE FINANCE PROFITABILITY &amp; DECOMPILER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Finastra TI Plus Trade Innovation Architecture &amp; Walkthrough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C72"/>
                </a:solidFill>
              </a:defRPr>
            </a:pPr>
            <a:r>
              <a:t>1. Executive &amp; System Overview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Enterprise Capabilities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Spring Boot 3.3.0 &amp; Java 21 Web Application under package com.cth.tradefinance.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Processes Finastra TI Plus Trade Finance transaction CSVs for profitability computation.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Integrates CFR Java Decompiler to decompile uploaded JAR files into source code.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Multi-database support: DB2, Oracle, PostgreSQL, SQL Server, H2 / CSV.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Configurable LDAP Active Directory or Local DB login with toggleable 2FA.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C72"/>
                </a:solidFill>
              </a:defRPr>
            </a:pPr>
            <a:r>
              <a:t>2. JAR Decompilation Engine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CFR Integration &amp; Source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Main feature: Upload JAR file directly from web UI.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Specify custom destination folder or default to ./decompiled_sources.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Maintains full decompilation history with timestamp, class count, and status.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Built-in online source viewer to browse and inspect decompiled .java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C72"/>
                </a:solidFill>
              </a:defRPr>
            </a:pPr>
            <a:r>
              <a:t>5. Trade Finance Profitability Analysis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Finastra TI Plus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Upload sending system Input CSV (transactions) and Output CSV (responses).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Calculates Net Profitability: (Amount × Margin % / 100) + Fee Amount.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Reconciles transaction statuses (PROCESSED_SUCCESS vs REJECTED).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Generates live profitability summary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C72"/>
                </a:solidFill>
              </a:defRPr>
            </a:pPr>
            <a:r>
              <a:t>4. Custom Reports &amp; Real-Time Dashboard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Scalable Operations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Dynamic Report Builder allows selecting available tables and fields.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Builds dynamic JPQL/SQL queries with filtering and exports to CSV.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Real-time WebSocket/STOMP dashboard broadcasting memory and transaction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C72"/>
                </a:solidFill>
              </a:defRPr>
            </a:pPr>
            <a:r>
              <a:t>5. Execution &amp; Deployment Setup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Maximum 8GB Memory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Windows scripts: build.bat, start.bat, stop.bat.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Linux scripts: start.sh, stop.sh configured with -Xms4g -Xmx8g.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Docker containerization (eclipse-temurin:21-jre-alpine) and Kubernetes deployment manifests.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